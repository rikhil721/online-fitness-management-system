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91440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1338560" y="4846320"/>
            <a:ext cx="2560320" cy="256032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FIT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2606040" y="137160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6AE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LIFE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02C39A"/>
                </a:solidFill>
              </a:rPr>
              <a:t>Online Fitness Management System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611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9FD6CC"/>
                </a:solidFill>
              </a:rPr>
              <a:t>TEAM MEMBERS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Rikhil</a:t>
            </a:r>
            <a:pPr algn="l" indent="0" marL="0">
              <a:buNone/>
            </a:pPr>
            <a:r>
              <a:rPr lang="en-US" sz="1600" dirty="0">
                <a:solidFill>
                  <a:srgbClr val="F6AE2D"/>
                </a:solidFill>
              </a:rPr>
              <a:t>   R25EF216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48970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Rohini</a:t>
            </a:r>
            <a:pPr algn="l" indent="0" marL="0">
              <a:buNone/>
            </a:pPr>
            <a:r>
              <a:rPr lang="en-US" sz="1600" dirty="0">
                <a:solidFill>
                  <a:srgbClr val="F6AE2D"/>
                </a:solidFill>
              </a:rPr>
              <a:t>   R25EF219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500176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Siddharth</a:t>
            </a:r>
            <a:pPr algn="l" indent="0" marL="0">
              <a:buNone/>
            </a:pPr>
            <a:r>
              <a:rPr lang="en-US" sz="1600" dirty="0">
                <a:solidFill>
                  <a:srgbClr val="F6AE2D"/>
                </a:solidFill>
              </a:rPr>
              <a:t>   R25EF260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5138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Akhil</a:t>
            </a:r>
            <a:pPr algn="l" indent="0" marL="0">
              <a:buNone/>
            </a:pPr>
            <a:r>
              <a:rPr lang="en-US" sz="1600" dirty="0">
                <a:solidFill>
                  <a:srgbClr val="F6AE2D"/>
                </a:solidFill>
              </a:rPr>
              <a:t>   R25EF222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29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10515600" cy="1920240"/>
          </a:xfrm>
          <a:prstGeom prst="roundRect">
            <a:avLst>
              <a:gd name="adj" fmla="val 5714"/>
            </a:avLst>
          </a:prstGeom>
          <a:solidFill>
            <a:srgbClr val="EAF4F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88720" y="1691640"/>
            <a:ext cx="9784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A2B29"/>
                </a:solidFill>
              </a:rPr>
              <a:t>Fitness centres need a centralized platform to manage members, trainers, workout programs, schedules, and session bookings efficiently.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22960" y="3657600"/>
            <a:ext cx="3291840" cy="109728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051560" y="3931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Scattered Management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5262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69"/>
                </a:solidFill>
              </a:rPr>
              <a:t>Member bookings, trainers, programs, and schedules can be difficult to manage separately.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16552" y="365760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416552" y="3657600"/>
            <a:ext cx="3291840" cy="109728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645152" y="3931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Trainer &amp; Schedule Management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45152" y="45262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69"/>
                </a:solidFill>
              </a:rPr>
              <a:t>Staff and members need an easy way to view available trainers, programs, and scheduled sessions.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10144" y="3657600"/>
            <a:ext cx="3291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010144" y="3657600"/>
            <a:ext cx="3291840" cy="109728"/>
          </a:xfrm>
          <a:prstGeom prst="roundRect">
            <a:avLst>
              <a:gd name="adj" fmla="val 50000"/>
            </a:avLst>
          </a:prstGeom>
          <a:solidFill>
            <a:srgbClr val="F6AE2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38744" y="3931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Manual Booking Process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452628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69"/>
                </a:solidFill>
              </a:rPr>
              <a:t>Manual session booking can take time and lead to confusion about trainer, date, and time availability.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29"/>
                </a:solidFill>
              </a:rPr>
              <a:t>Our Approach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5B6B69"/>
                </a:solidFill>
              </a:rPr>
              <a:t>A single web platform that brings fitness programs, trainers, schedules, and session booking together.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68680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57300" y="2788920"/>
            <a:ext cx="0" cy="256032"/>
          </a:xfrm>
          <a:prstGeom prst="line">
            <a:avLst/>
          </a:prstGeom>
          <a:noFill/>
          <a:ln w="25400">
            <a:solidFill>
              <a:srgbClr val="C7DEDA"/>
            </a:solidFill>
            <a:prstDash val="dash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1920240" y="1984248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B29"/>
                </a:solidFill>
              </a:rPr>
              <a:t>Explore Programs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39572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69"/>
                </a:solidFill>
              </a:rPr>
              <a:t>Members can view available programs such as Strength, Cardio, Yoga, Weight Loss, and Personal Training.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68680" y="3044952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68680" y="304495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57300" y="3867912"/>
            <a:ext cx="0" cy="256032"/>
          </a:xfrm>
          <a:prstGeom prst="line">
            <a:avLst/>
          </a:prstGeom>
          <a:noFill/>
          <a:ln w="25400">
            <a:solidFill>
              <a:srgbClr val="C7DEDA"/>
            </a:solidFill>
            <a:prstDash val="dash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920240" y="3063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B29"/>
                </a:solidFill>
              </a:rPr>
              <a:t>View Trainers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920240" y="3474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69"/>
                </a:solidFill>
              </a:rPr>
              <a:t>Trainer profiles display names, specializations, and years of experience.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68680" y="4123944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68680" y="4123944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1257300" y="4946904"/>
            <a:ext cx="0" cy="256032"/>
          </a:xfrm>
          <a:prstGeom prst="line">
            <a:avLst/>
          </a:prstGeom>
          <a:noFill/>
          <a:ln w="25400">
            <a:solidFill>
              <a:srgbClr val="C7DEDA"/>
            </a:solidFill>
            <a:prstDash val="dash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920240" y="414223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B29"/>
                </a:solidFill>
              </a:rPr>
              <a:t>Check Schedule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920240" y="455371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69"/>
                </a:solidFill>
              </a:rPr>
              <a:t>Members can view scheduled programs, timings, and assigned trainers.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868680" y="5202936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8680" y="5202936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221224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A2B29"/>
                </a:solidFill>
              </a:rPr>
              <a:t>Book a Session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1920240" y="563270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5B6B69"/>
                </a:solidFill>
              </a:rPr>
              <a:t>Users enter their details, select a program, trainer, date, and time, then confirm the booking.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29"/>
                </a:solidFill>
              </a:rPr>
              <a:t>Tools &amp; Languages Used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097280" y="205740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60604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B29"/>
                </a:solidFill>
              </a:rPr>
              <a:t>JavaScript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670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69"/>
                </a:solidFill>
              </a:rPr>
              <a:t>Styling, layout, responsive design &amp; visual presentation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537960" y="205740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537960" y="2057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12140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B29"/>
                </a:solidFill>
              </a:rPr>
              <a:t>JavaScript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0" y="267004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69"/>
                </a:solidFill>
              </a:rPr>
              <a:t>Booking interactions, summary updates, buttons &amp; user feedback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3977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1097280" y="429768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F6AE2D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1097280" y="4297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J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2606040" y="4361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B29"/>
                </a:solidFill>
              </a:rPr>
              <a:t>JavaScript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2606040" y="4910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69"/>
                </a:solidFill>
              </a:rPr>
              <a:t>Page structure, navigation, forms, tables &amp; content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263640" y="397764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537960" y="4297680"/>
            <a:ext cx="1280160" cy="1280160"/>
          </a:xfrm>
          <a:prstGeom prst="roundRect">
            <a:avLst>
              <a:gd name="adj" fmla="val 7143"/>
            </a:avLst>
          </a:prstGeom>
          <a:solidFill>
            <a:srgbClr val="0B3C49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537960" y="429768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0" y="4361688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1A2B29"/>
                </a:solidFill>
              </a:rPr>
              <a:t>JavaScript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8046720" y="491032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5B6B69"/>
                </a:solidFill>
              </a:rPr>
              <a:t>Form handling, booking logic, dynamic booking summary &amp; interactions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548640" y="502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45720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B29"/>
                </a:solidFill>
              </a:rPr>
              <a:t>Steps to Run the Website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4572000"/>
          </a:xfrm>
          <a:prstGeom prst="roundRect">
            <a:avLst>
              <a:gd name="adj" fmla="val 2400"/>
            </a:avLst>
          </a:prstGeom>
          <a:solidFill>
            <a:srgbClr val="EAF4F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188720" y="187452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18872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182880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B29"/>
                </a:solidFill>
              </a:rPr>
              <a:t>Download or open the FitLife project folder.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188720" y="269748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188720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965960" y="265176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B29"/>
                </a:solidFill>
              </a:rPr>
              <a:t>Open the project in a code editor such as VS Code.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1188720" y="3520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1188720" y="3520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965960" y="347472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B29"/>
                </a:solidFill>
              </a:rPr>
              <a:t>Make sure index.html, style.css, and app.js are in the project folder.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1188720" y="43434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1188720" y="4343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429768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B29"/>
                </a:solidFill>
              </a:rPr>
              <a:t>Run index.html using Live Server or open it in a browser.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188720" y="516636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1188720" y="5166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965960" y="5120640"/>
            <a:ext cx="9052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A2B29"/>
                </a:solidFill>
              </a:rPr>
              <a:t>Explore programs, trainers, schedules, and use Book Now to submit a session booking.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0607040" y="-1005840"/>
            <a:ext cx="2926080" cy="29260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0" y="237744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520440"/>
            <a:ext cx="1216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FIT</a:t>
            </a:r>
            <a:pPr algn="ctr" indent="0" marL="0">
              <a:buNone/>
            </a:pPr>
            <a:r>
              <a:rPr lang="en-US" sz="2200" b="1" dirty="0">
                <a:solidFill>
                  <a:srgbClr val="F6AE2D"/>
                </a:solidFill>
              </a:rPr>
              <a:t>LIFE</a:t>
            </a:r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</a:rPr>
              <a:t>  —  Stay fit, stay consistent.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2026-10-08T06:19:27Z</dcterms:created>
  <dcterms:modified xsi:type="dcterms:W3CDTF">2026-10-08T06:19:27Z</dcterms:modified>
</cp:coreProperties>
</file>